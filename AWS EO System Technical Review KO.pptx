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D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전기산화(EO) 시스템 기술검토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3498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SIN060 사례분석 및 고객 대응 전략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4D7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개요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D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검토의 목적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SIN060 EO 시스템 성능 보고서의 기술적 분석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보고된 개선사항의 원인 규명 및 데이터 검증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고객사 대응을 위한 객관적인 기술적 근거 제시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발견사항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955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EO 시스템의 처리용량이 전체 냉각수의 0.1% 미만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보고된 WUE 개선이 EO 시스템과 직접적 연관 부족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중요한 기술 데이터 누락 (부식영향, 미생물 제어, 에너지 효율)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4D7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기술검토 핵심 요약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4D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규모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2560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EO 처리량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m³/h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냉각수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~9,200 m³/h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비율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&lt; 0.1%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82296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005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4D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제거 효율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91840" y="1463040"/>
            <a:ext cx="2560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경도: 10~20%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전도도: 4~10%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염화물: 5~15%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변동성 높음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82296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005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WUE 개선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26480" y="1463040"/>
            <a:ext cx="2560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보고된 개선: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~10%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 가능한 개선: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~1% (CoC 증가)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미설명 부분: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~9%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4D7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EO 시스템의 규모 분석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D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규모의 중요성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5A5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EO 시스템이 전체 냉각수 중 차지하는 비율이 성능을 결정합니다.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2286000" cy="320040"/>
          </a:xfrm>
          <a:prstGeom prst="rect">
            <a:avLst/>
          </a:prstGeom>
          <a:solidFill>
            <a:srgbClr val="1E4D7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08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34640" y="1508760"/>
            <a:ext cx="2286000" cy="320040"/>
          </a:xfrm>
          <a:prstGeom prst="rect">
            <a:avLst/>
          </a:prstGeom>
          <a:solidFill>
            <a:srgbClr val="1E4D7B"/>
          </a:solidFill>
          <a:ln/>
        </p:spPr>
      </p:sp>
      <p:sp>
        <p:nvSpPr>
          <p:cNvPr id="9" name="Text 7"/>
          <p:cNvSpPr/>
          <p:nvPr/>
        </p:nvSpPr>
        <p:spPr>
          <a:xfrm>
            <a:off x="2834640" y="1508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12080" y="1508760"/>
            <a:ext cx="3474720" cy="320040"/>
          </a:xfrm>
          <a:prstGeom prst="rect">
            <a:avLst/>
          </a:prstGeom>
          <a:solidFill>
            <a:srgbClr val="1E4D7B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0" y="15087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856232"/>
            <a:ext cx="2286000" cy="274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8562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EO 처리량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834640" y="1856232"/>
            <a:ext cx="2286000" cy="274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2834640" y="18562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m³/h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12080" y="1856232"/>
            <a:ext cx="3474720" cy="274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0" y="18562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부분 처리 시스템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157984"/>
            <a:ext cx="22860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1579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냉각수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834640" y="2157984"/>
            <a:ext cx="22860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2834640" y="21579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~9,200 m³/h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12080" y="2157984"/>
            <a:ext cx="34747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0" y="21579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냉각 루프 순환량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459736"/>
            <a:ext cx="2286000" cy="274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4597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비율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834640" y="2459736"/>
            <a:ext cx="2286000" cy="274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7" name="Text 25"/>
          <p:cNvSpPr/>
          <p:nvPr/>
        </p:nvSpPr>
        <p:spPr>
          <a:xfrm>
            <a:off x="2834640" y="24597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&lt; 0.1%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212080" y="2459736"/>
            <a:ext cx="3474720" cy="274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0" y="245973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수질에 제한적 영향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114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D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4389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EO는 보조(Polishing) 처리 시스템이며, 주요 처리 시스템이 아닙니다.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4D7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제거 효율 분석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D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제거 효율의 의미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5A5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저용량 + 중간 효율 = 전체 시스템에 제한적 영향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931920" cy="2926080"/>
          </a:xfrm>
          <a:prstGeom prst="rect">
            <a:avLst/>
          </a:prstGeom>
          <a:solidFill>
            <a:srgbClr val="F5F5F5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D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보고된 제거 효율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경도: 10~20%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전도도: 4~10%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염화물: 5~15%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COD: 20~30%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실리카: ~14%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508760"/>
            <a:ext cx="3931920" cy="2926080"/>
          </a:xfrm>
          <a:prstGeom prst="rect">
            <a:avLst/>
          </a:prstGeom>
          <a:solidFill>
            <a:srgbClr val="F5F5F5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적용 효과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201168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처리량 &lt; 0.1%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제거율 × 처리비율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전체 영향 &lt; 0.02%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경도 15% × 0.1%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0.015% 제거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4D7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WUE 개선 원인 분석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4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보고된 WUE 개선: ~10%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D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원인의 분석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7680960" cy="0"/>
          </a:xfrm>
          <a:prstGeom prst="line">
            <a:avLst/>
          </a:prstGeom>
          <a:noFill/>
          <a:ln w="25400">
            <a:solidFill>
              <a:srgbClr val="95A5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8800"/>
            <a:ext cx="182880" cy="18288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71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2023년 하반기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EO 파일럿 운영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08960" y="1828800"/>
            <a:ext cx="182880" cy="18288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2834640" y="1371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2024년 2월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EO 8m³/h 설치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94960" y="1828800"/>
            <a:ext cx="182880" cy="18288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1371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2024년 6~7월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WUE 개선 시작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680960" y="1828800"/>
            <a:ext cx="182880" cy="18288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7406640" y="1371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2024년 10월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전도도 설정 변경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D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 가능한 개선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288036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CoC 증가 (13 → 15): NEA 참고에 따르면 약 1% 물절감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최적화: IT 부하, 냉각 시스템 조정 등 다중 요인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8229600" cy="1188720"/>
          </a:xfrm>
          <a:prstGeom prst="rect">
            <a:avLst/>
          </a:prstGeom>
          <a:solidFill>
            <a:srgbClr val="FFE8E8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7033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핵심 문제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3977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보고된 WUE 개선(~10%)은 CoC 증가로만 설명 불가능(~1%)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미설명 부분: ~9% (외부 요인, 데이터 측정 방식, 기타 운영 변화)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4D7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누락된 핵심 데이터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640080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601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D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수질 절대값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2070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% 수치만 제시, 실제 mg/L 값 없음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931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9601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D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 효율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12070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에너지 소비 대비 효율 미검증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3931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6916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D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부식 영향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19385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탄소강, 구리, 아연도금강 부식율 미평가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645920"/>
            <a:ext cx="3931920" cy="640080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6916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D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장기 안정성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19385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18개월 데이터, 전극 교체 주기 미확인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377440"/>
            <a:ext cx="3931920" cy="640080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4231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D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미생물 제어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26700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HPC, 레지오넬라 데이터 미제시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377440"/>
            <a:ext cx="3931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4231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D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 기준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26700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EO 미적용시 수질 데이터 없음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108960"/>
            <a:ext cx="3931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1546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D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 효율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34015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에너지 소비 대비 효율 미검증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108960"/>
            <a:ext cx="3931920" cy="640080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1546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D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장기 안정성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34015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18개월 데이터, 전극 교체 주기 미확인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108960"/>
            <a:ext cx="3931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1546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D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 기준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34015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EO 미적용시 수질 데이터 없음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4D7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기술검토 결론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D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EO 시스템의 위치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560320" cy="27432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보조 시스템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전체의 &lt; 0.1% 처리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보완적 역할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주요 처리 불가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645920"/>
            <a:ext cx="2560320" cy="2743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371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필요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178308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부식 영향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미생물 제어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장기 안정성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645920"/>
            <a:ext cx="2560320" cy="27432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1371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단독 도입 불가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09360" y="178308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기존 화학처리 대체 불가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데이터 불충분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리스크 미평가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4D7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대응 권고사항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20040" cy="320040"/>
          </a:xfrm>
          <a:prstGeom prst="ellipse">
            <a:avLst/>
          </a:prstGeom>
          <a:solidFill>
            <a:srgbClr val="1E4D7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68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868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D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EO 기술 전면 거부 대신 신중한 평가 제안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23444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EO의 보조적 역할을 명확히 하기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150876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vs 싱가포르 수질 조건 차이 강조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20040" cy="320040"/>
          </a:xfrm>
          <a:prstGeom prst="ellipse">
            <a:avLst/>
          </a:prstGeom>
          <a:solidFill>
            <a:srgbClr val="1E4D7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1920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D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파일럿 테스트 제안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228600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소규모 시범 운영으로 한국 조건 검증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97280" y="256032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부식, 미생물 영향 평가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20040" cy="320040"/>
          </a:xfrm>
          <a:prstGeom prst="ellipse">
            <a:avLst/>
          </a:prstGeom>
          <a:solidFill>
            <a:srgbClr val="1E4D7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2971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D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화학처리 유지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333756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EO는 기존 시스템의 대체가 아님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97280" y="361188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 선택지로만 검토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320040" cy="320040"/>
          </a:xfrm>
          <a:prstGeom prst="ellipse">
            <a:avLst/>
          </a:prstGeom>
          <a:solidFill>
            <a:srgbClr val="1E4D7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023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40233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D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 데이터 요청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438912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싱가포르 SIN060 상세 운영 데이터 확보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97280" y="466344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 기준 수질 정보 요청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4D7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기술검토 완료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D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메시지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1E4D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EO는 </a:t>
            </a:r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보조적 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시스템으로만 고려 가능합니다.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화학처리 프로그램의 </a:t>
            </a:r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대체가 아니라 보완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으로만 검토 권고합니다.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파일럿을 통한 </a:t>
            </a:r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조건 검증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필수적입니다.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5A5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기술검토 완료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SIN060 전기산화(EO) 시스템 기술검토</dc:title>
  <dc:subject>PptxGenJS Presentation</dc:subject>
  <dc:creator>기술검토팀</dc:creator>
  <cp:lastModifiedBy>기술검토팀</cp:lastModifiedBy>
  <cp:revision>1</cp:revision>
  <dcterms:created xsi:type="dcterms:W3CDTF">2026-04-24T11:15:41Z</dcterms:created>
  <dcterms:modified xsi:type="dcterms:W3CDTF">2026-04-24T11:15:41Z</dcterms:modified>
</cp:coreProperties>
</file>